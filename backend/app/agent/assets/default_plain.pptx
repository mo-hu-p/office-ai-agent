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000" y="2376000"/>
            <a:ext cx="10404000" cy="1296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000" y="3851999"/>
            <a:ext cx="10404000" cy="936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00" y="1404000"/>
            <a:ext cx="10980000" cy="4788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000" y="3024000"/>
            <a:ext cx="10332000" cy="12960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6000" y="2376000"/>
            <a:ext cx="10332000" cy="57600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000" y="1404000"/>
            <a:ext cx="10980000" cy="4788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000" y="1404000"/>
            <a:ext cx="10980000" cy="47880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000" y="1404000"/>
            <a:ext cx="10980000" cy="4788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12000" y="1404000"/>
            <a:ext cx="10980000" cy="478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000" y="1404000"/>
            <a:ext cx="10980000" cy="4788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2000" y="324000"/>
            <a:ext cx="10980000" cy="900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000" y="1404000"/>
            <a:ext cx="10980000" cy="4788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12000" y="6480000"/>
            <a:ext cx="2160000" cy="288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0000" y="6480000"/>
            <a:ext cx="3600000" cy="28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44000" y="6480000"/>
            <a:ext cx="1512000" cy="2880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2000" y="324000"/>
            <a:ext cx="10980000" cy="90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000" y="1404000"/>
            <a:ext cx="10980000" cy="478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Yu Gothic"/>
        <a:ea typeface="游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