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12000"/>
            <a:ext cx="12192119" cy="432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6012000"/>
            <a:ext cx="12192119" cy="8460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0000" y="2376000"/>
            <a:ext cx="10404000" cy="1296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000" y="3851999"/>
            <a:ext cx="10404000" cy="936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00" y="324000"/>
            <a:ext cx="10980000" cy="90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000" y="1404000"/>
            <a:ext cx="10980000" cy="4788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4000" y="3060000"/>
            <a:ext cx="125999" cy="1152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000" y="3024000"/>
            <a:ext cx="10332000" cy="12960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6000" y="2376000"/>
            <a:ext cx="10332000" cy="57600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00" y="324000"/>
            <a:ext cx="10980000" cy="90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000" y="1404000"/>
            <a:ext cx="10980000" cy="4788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00" y="324000"/>
            <a:ext cx="10980000" cy="90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000" y="1404000"/>
            <a:ext cx="10980000" cy="4788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00" y="324000"/>
            <a:ext cx="10980000" cy="90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00" y="324000"/>
            <a:ext cx="10980000" cy="9000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000" y="1404000"/>
            <a:ext cx="10980000" cy="4788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00" y="324000"/>
            <a:ext cx="10980000" cy="9000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12000" y="1404000"/>
            <a:ext cx="10980000" cy="478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00" y="324000"/>
            <a:ext cx="10980000" cy="90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2000" y="1404000"/>
            <a:ext cx="10980000" cy="4788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2000" y="324000"/>
            <a:ext cx="10980000" cy="900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2000" y="1404000"/>
            <a:ext cx="10980000" cy="4788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2000" y="324000"/>
            <a:ext cx="109800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000" y="1404000"/>
            <a:ext cx="10980000" cy="478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202124"/>
      </a:dk1>
      <a:lt1>
        <a:sysClr val="window" lastClr="FFFFFF"/>
      </a:lt1>
      <a:dk2>
        <a:srgbClr val="3C4043"/>
      </a:dk2>
      <a:lt2>
        <a:srgbClr val="F8F9FA"/>
      </a:lt2>
      <a:accent1>
        <a:srgbClr val="1A73E8"/>
      </a:accent1>
      <a:accent2>
        <a:srgbClr val="188038"/>
      </a:accent2>
      <a:accent3>
        <a:srgbClr val="F9AB00"/>
      </a:accent3>
      <a:accent4>
        <a:srgbClr val="D93025"/>
      </a:accent4>
      <a:accent5>
        <a:srgbClr val="9334E6"/>
      </a:accent5>
      <a:accent6>
        <a:srgbClr val="12B5CB"/>
      </a:accent6>
      <a:hlink>
        <a:srgbClr val="0000FF"/>
      </a:hlink>
      <a:folHlink>
        <a:srgbClr val="800080"/>
      </a:folHlink>
    </a:clrScheme>
    <a:fontScheme name="Office">
      <a:majorFont>
        <a:latin typeface="Yu Gothic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